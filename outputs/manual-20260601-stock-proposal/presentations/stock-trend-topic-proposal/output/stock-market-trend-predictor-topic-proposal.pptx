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052c5060514f9a" /><Relationship Type="http://schemas.openxmlformats.org/officeDocument/2006/relationships/extended-properties" Target="/docProps/app.xml" Id="Rb5d93cfad66147e9" /><Relationship Type="http://schemas.openxmlformats.org/officeDocument/2006/relationships/officeDocument" Target="/ppt/presentation.xml" Id="R69e25566ef3048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e57453e9f742ce"/>
  </p:sldMasterIdLst>
  <p:notesMasterIdLst>
    <p:notesMasterId xmlns:r="http://schemas.openxmlformats.org/officeDocument/2006/relationships" r:id="Ra773e3b139fb4346"/>
  </p:notesMasterIdLst>
  <p:sldIdLst>
    <p:sldId xmlns:r="http://schemas.openxmlformats.org/officeDocument/2006/relationships" id="256" r:id="R59d1b0db4d5b418f"/>
    <p:sldId xmlns:r="http://schemas.openxmlformats.org/officeDocument/2006/relationships" id="257" r:id="R874ef1fa68bf4786"/>
    <p:sldId xmlns:r="http://schemas.openxmlformats.org/officeDocument/2006/relationships" id="258" r:id="R6a79e90a2cf54563"/>
    <p:sldId xmlns:r="http://schemas.openxmlformats.org/officeDocument/2006/relationships" id="259" r:id="R8dba4a346a2149bd"/>
    <p:sldId xmlns:r="http://schemas.openxmlformats.org/officeDocument/2006/relationships" id="260" r:id="Ra84b353bd3584743"/>
    <p:sldId xmlns:r="http://schemas.openxmlformats.org/officeDocument/2006/relationships" id="261" r:id="R987b31412f5a4116"/>
    <p:sldId xmlns:r="http://schemas.openxmlformats.org/officeDocument/2006/relationships" id="262" r:id="R29bb6e481eda47e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e57453e9f742ce" /><Relationship Type="http://schemas.openxmlformats.org/officeDocument/2006/relationships/theme" Target="/ppt/theme/theme1.xml" Id="R4e2ee6f52cf04c3a" /><Relationship Type="http://schemas.openxmlformats.org/officeDocument/2006/relationships/notesMaster" Target="/ppt/notesMasters/notesMaster1.xml" Id="Ra773e3b139fb4346" /><Relationship Type="http://schemas.openxmlformats.org/officeDocument/2006/relationships/presProps" Target="/ppt/presProps.xml" Id="R42524631b2984c6d" /><Relationship Type="http://schemas.openxmlformats.org/officeDocument/2006/relationships/viewProps" Target="/ppt/viewProps.xml" Id="R1b09caa3217741be" /><Relationship Type="http://schemas.openxmlformats.org/officeDocument/2006/relationships/tableStyles" Target="/ppt/tableStyles.xml" Id="R940ea774678e4338" /><Relationship Type="http://schemas.openxmlformats.org/officeDocument/2006/relationships/slide" Target="/ppt/slides/slide1.xml" Id="R59d1b0db4d5b418f" /><Relationship Type="http://schemas.openxmlformats.org/officeDocument/2006/relationships/slide" Target="/ppt/slides/slide2.xml" Id="R874ef1fa68bf4786" /><Relationship Type="http://schemas.openxmlformats.org/officeDocument/2006/relationships/slide" Target="/ppt/slides/slide3.xml" Id="R6a79e90a2cf54563" /><Relationship Type="http://schemas.openxmlformats.org/officeDocument/2006/relationships/slide" Target="/ppt/slides/slide4.xml" Id="R8dba4a346a2149bd" /><Relationship Type="http://schemas.openxmlformats.org/officeDocument/2006/relationships/slide" Target="/ppt/slides/slide5.xml" Id="Ra84b353bd3584743" /><Relationship Type="http://schemas.openxmlformats.org/officeDocument/2006/relationships/slide" Target="/ppt/slides/slide6.xml" Id="R987b31412f5a4116" /><Relationship Type="http://schemas.openxmlformats.org/officeDocument/2006/relationships/slide" Target="/ppt/slides/slide7.xml" Id="R29bb6e481eda47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4e09fb2ad7f45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be0a6701444580" /><Relationship Type="http://schemas.openxmlformats.org/officeDocument/2006/relationships/notesMaster" Target="/ppt/notesMasters/notesMaster1.xml" Id="R7b42aa0986bf42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edfa3eecd9450d" /><Relationship Type="http://schemas.openxmlformats.org/officeDocument/2006/relationships/notesMaster" Target="/ppt/notesMasters/notesMaster1.xml" Id="R48de5de324b34b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1a9422e2b24717" /><Relationship Type="http://schemas.openxmlformats.org/officeDocument/2006/relationships/notesMaster" Target="/ppt/notesMasters/notesMaster1.xml" Id="R7562cdad164a4e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2082d5003d46e3" /><Relationship Type="http://schemas.openxmlformats.org/officeDocument/2006/relationships/notesMaster" Target="/ppt/notesMasters/notesMaster1.xml" Id="R3ef2e53c3d054b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1bc717435d47cb" /><Relationship Type="http://schemas.openxmlformats.org/officeDocument/2006/relationships/notesMaster" Target="/ppt/notesMasters/notesMaster1.xml" Id="Rd607159ce7eb4f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2561152e5a4c8c" /><Relationship Type="http://schemas.openxmlformats.org/officeDocument/2006/relationships/notesMaster" Target="/ppt/notesMasters/notesMaster1.xml" Id="R2a273d0a14c745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e5bc35888c46fb" /><Relationship Type="http://schemas.openxmlformats.org/officeDocument/2006/relationships/notesMaster" Target="/ppt/notesMasters/notesMaster1.xml" Id="R88056456eee340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a42302e5364f5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0b513f3b1d846db" /><Relationship Type="http://schemas.openxmlformats.org/officeDocument/2006/relationships/slideLayout" Target="/ppt/slideLayouts/slideLayout2.xml" Id="R494aa654c7e343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4aa654c7e343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5df28bb97a4087" /><Relationship Type="http://schemas.openxmlformats.org/officeDocument/2006/relationships/notesSlide" Target="/ppt/notesSlides/notesSlide1.xml" Id="Rd59ad7848d2b4f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b514140b17411b" /><Relationship Type="http://schemas.openxmlformats.org/officeDocument/2006/relationships/notesSlide" Target="/ppt/notesSlides/notesSlide2.xml" Id="R3818fd9fe2d248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1ec23e24a04a36" /><Relationship Type="http://schemas.openxmlformats.org/officeDocument/2006/relationships/notesSlide" Target="/ppt/notesSlides/notesSlide3.xml" Id="Re26154c6257c44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7d63f1eb57440b" /><Relationship Type="http://schemas.openxmlformats.org/officeDocument/2006/relationships/notesSlide" Target="/ppt/notesSlides/notesSlide4.xml" Id="Rda600403684d43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49be43c5414ad2" /><Relationship Type="http://schemas.openxmlformats.org/officeDocument/2006/relationships/notesSlide" Target="/ppt/notesSlides/notesSlide5.xml" Id="Re0cd77df961d48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34d86c825a44ff" /><Relationship Type="http://schemas.openxmlformats.org/officeDocument/2006/relationships/notesSlide" Target="/ppt/notesSlides/notesSlide6.xml" Id="Rd38602af398446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0f959958de4acb" /><Relationship Type="http://schemas.openxmlformats.org/officeDocument/2006/relationships/notesSlide" Target="/ppt/notesSlides/notesSlide7.xml" Id="Ra133a977fda34f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0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04BDF2-9989-4C79-B562-C84CD2F8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D2BB0-C4E5-43A4-9B1B-46957650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2573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45E17-1E55-45FE-9543-ED979D3F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C0C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C0CC"/>
                </a:solidFill>
                <a:latin typeface="Aptos"/>
                <a:ea typeface="Aptos"/>
                <a:cs typeface="Aptos"/>
              </a:rPr>
              <a:t>Project Proposal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33A751-9FB7-4B45-B6DD-A5C0BAE2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7239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Stock Market Trend Predictor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5A543-F74F-4CD1-86E7-AA9BEC20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CE2E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CE2EA"/>
                </a:solidFill>
                <a:latin typeface="Aptos"/>
                <a:ea typeface="Aptos"/>
                <a:cs typeface="Aptos"/>
              </a:rPr>
              <a:t>A future project to help users understand whether a stock is showing an upward, downward, or stable movement pattern.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62BC4-EEAB-438C-8D66-16406FDD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81100"/>
            <a:ext cx="3048000" cy="325755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263442"/>
          </a:solidFill>
          <a:ln xmlns:a="http://schemas.openxmlformats.org/drawingml/2006/main" w="9525">
            <a:solidFill>
              <a:srgbClr val="44546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4825D-FCCB-4291-B9E8-FBDDFA76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954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Main idea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C2C9FA-D1E4-4E2B-B170-99397810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09800"/>
            <a:ext cx="2266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Turn stock price movement into a simple trend result.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24D62-94FE-429A-BA29-BFCE855E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0"/>
            <a:ext cx="2266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2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CE2EA"/>
                </a:solidFill>
                <a:latin typeface="Aptos"/>
                <a:ea typeface="Aptos"/>
                <a:cs typeface="Aptos"/>
              </a:rPr>
              <a:t>The result should be easier for beginners to understand and explain.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D15D93-40B5-480B-BB23-B07127AB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62400"/>
            <a:ext cx="2266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0C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8C0CC"/>
                </a:solidFill>
                <a:latin typeface="Aptos"/>
                <a:ea typeface="Aptos"/>
                <a:cs typeface="Aptos"/>
              </a:rPr>
              <a:t>Not financial advice. This is a learning and analysis project.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99476-EB2C-4657-A810-D4814B4A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8C0C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8C0CC"/>
                </a:solidFill>
                <a:latin typeface="Aptos"/>
                <a:ea typeface="Aptos"/>
                <a:cs typeface="Aptos"/>
              </a:rPr>
              <a:t>Stock Market Trend Predictor proposal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25D0F3-54F7-4B52-8043-E3C62BDC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077618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D128DA-D6B2-46D3-915D-7CBC4B64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85750" cy="571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A2164-E4DB-487B-8B6B-61C24CD9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TOPIC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6CACE-4E58-424F-A274-575546AA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57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My project topic is stock trend prediction for easier market understanding.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026C8-5844-488B-974F-44D23DA2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809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project focuses on explaining the direction of a stock trend in a simple and presentation-friendly way.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7FE08-8B38-4137-A96D-2E70D18E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09DC5-679C-4CC8-A37F-6A1CFB10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813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What is the topic?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BDA6D-2991-45A4-B59E-FF92DCF7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228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Studying stock price movement and showing whether the trend looks bullish, bearish, or sideways.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130D6-231C-4BB6-861E-90A41039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1465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94E64C-206C-4370-B89F-1C7ABD71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813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9E4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9E44"/>
                </a:solidFill>
                <a:latin typeface="Aptos"/>
                <a:ea typeface="Aptos"/>
                <a:cs typeface="Aptos"/>
              </a:rPr>
              <a:t>Who is it for?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7AE53-3EA2-470D-9E68-4E6A0781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76650"/>
            <a:ext cx="228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Beginners, students, and users who want a quick idea of market direction before deeper research.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BA8068-973B-4445-A586-E5AEB4B7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1465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42DF6-36CC-4B92-8BB1-A28F7B51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813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8C0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08C00"/>
                </a:solidFill>
                <a:latin typeface="Aptos"/>
                <a:ea typeface="Aptos"/>
                <a:cs typeface="Aptos"/>
              </a:rPr>
              <a:t>Why this topic?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E67E06-AE10-4E67-A3D6-33ABCD87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76650"/>
            <a:ext cx="228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Stock data can feel confusing, so the project turns complex movement into clear visual output.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7E91BE-9FE0-4A6A-9977-34620119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Stock Market Trend Predictor proposal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1A07CC-9BE0-41BF-BC0F-E514828E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365884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382F17-1D26-49D1-8D52-97C1275D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85750" cy="571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B759D-6D07-4569-947C-284D89C1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9E4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9E44"/>
                </a:solidFill>
                <a:latin typeface="Aptos"/>
                <a:ea typeface="Aptos"/>
                <a:cs typeface="Aptos"/>
              </a:rPr>
              <a:t>PURPOSE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6B500-1360-4BE9-9E20-602FAEF0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57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 want to build a tool that makes stock trend decisions easier to interpret.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3C6B2-2487-4C35-A2E2-96CCE831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809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purpose is to support learning, observation, and basic market analysis.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52B549-6BAF-46BB-95CC-DDC60BBC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333375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12A01-14D4-407A-9C95-D4432199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76200" cy="9334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B272F8-5BCB-4FAB-980C-453F9FB7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861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Understand movement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55A061-82DC-4EB8-8887-E8D43F64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099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Show whether recent prices are moving up, down, or staying stable.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92F51-FCA2-4C53-85E6-B1D1F647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333375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94B0B-883F-46A2-B5EB-8C3DFA15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76200" cy="9334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65917D-DF25-4233-8403-5E90E8D1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053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9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9E44"/>
                </a:solidFill>
                <a:latin typeface="Aptos"/>
                <a:ea typeface="Aptos"/>
                <a:cs typeface="Aptos"/>
              </a:rPr>
              <a:t>Reduce confusion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5A25E4-D233-4758-A3D7-9EA946DC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291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Present the result in simple words instead of only raw numbers.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5D65BE-1D73-4DA9-89B8-77BED671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14650"/>
            <a:ext cx="333375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9DDB09-8047-4488-8C44-5E51B1D6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14650"/>
            <a:ext cx="76200" cy="9334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8C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71B973-223E-4AFA-9303-93799535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861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8C0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08C00"/>
                </a:solidFill>
                <a:latin typeface="Aptos"/>
                <a:ea typeface="Aptos"/>
                <a:cs typeface="Aptos"/>
              </a:rPr>
              <a:t>Support learning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3CA8EB-49A8-4EDC-9F11-1E04AF5F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099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Help users learn how trend, momentum, and risk can be connected.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8D0E2E-A10D-41F3-9977-152B4A87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33850"/>
            <a:ext cx="333375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07ABA7-2EA9-4956-B57A-E7C0DFDF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33850"/>
            <a:ext cx="76200" cy="9334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031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C67473-14FD-4170-BC97-DF925D97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3053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031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03131"/>
                </a:solidFill>
                <a:latin typeface="Aptos"/>
                <a:ea typeface="Aptos"/>
                <a:cs typeface="Aptos"/>
              </a:rPr>
              <a:t>Encourage research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23963F-B85A-429D-82E7-D620487D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291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Guide users to think before making any financial decision.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EA693B-4F27-4BD6-871D-1ACBE120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Stock Market Trend Predictor proposal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68084F-72C2-40D7-9CC7-5B42BC59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175704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CD7EF6-EC34-4AE4-A64C-E927841B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85750" cy="571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08C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4A7CC-2730-4B24-9892-1C5436D5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8C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08C00"/>
                </a:solidFill>
                <a:latin typeface="Aptos"/>
                <a:ea typeface="Aptos"/>
                <a:cs typeface="Aptos"/>
              </a:rPr>
              <a:t>WHAT I WILL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76B32-6986-472A-A9D2-BE3EBDBF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57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The project will follow a simple path from stock input to trend output.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EE21E-D308-416A-A75E-BB87AE05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809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This is the planned work I want to complete through the project.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3F234C-5CA4-4E62-98C3-F4D72047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0"/>
            <a:ext cx="76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A4119-1989-4AB3-B732-2E91DBCE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89560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Take a stock symbol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07BA2-5B3E-4289-9949-A1575223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257550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user will enter a stock name or ticker symbol to start the analysis.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D45549-A283-4926-9DF8-24BB83F6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05250"/>
            <a:ext cx="76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F9E44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2F9E4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2E4B44-69B0-4031-9A3E-535C91DA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4335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Analyze price movement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B89646-1A00-4C64-B6F4-0189A60A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305300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system will study recent price behavior and calculate a simple trend signal.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38CE8-9474-4840-A667-5D54013A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76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08C0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08C0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34EA10-C4FE-4C62-8EE3-D1BDF38A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9560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Show understandable results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6F397D-8370-42FA-93FF-725B2EAF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57550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output will show trend direction, confidence, and a visual chart.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1B2C11-AF13-4E78-9678-887AB3FA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76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03131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0313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9C0733-8310-4129-A0FA-038C4D0F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4335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Save useful stocks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6DDB5E-0537-43B9-99CC-3341BE1B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305300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Users will be able to keep selected stocks in a watchlist for later review.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AC4479-85C8-4909-B36F-7F199046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Stock Market Trend Predictor proposal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F68960-C5A6-4E4E-9910-0E1DF579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733888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C28F0F-CF4F-414A-AC15-0615A7FD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85750" cy="571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E6043-221B-4909-8D7D-A2EA167D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9E4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9E44"/>
                </a:solidFill>
                <a:latin typeface="Aptos"/>
                <a:ea typeface="Aptos"/>
                <a:cs typeface="Aptos"/>
              </a:rPr>
              <a:t>EXPECTED OUTCOME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454A4-529C-4719-8B05-042A113B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57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By completing this project, I expect to produce a usable decision-support prototype.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076F8-DB23-4BF6-AAB7-9FF027D0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809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expected result is not a perfect prediction system, but a clear and useful learning tool.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DF35D-2542-44D4-A4B4-24751EFB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1005840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53E7ED-3D5C-4826-B658-4C062A4A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9E4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F9E44"/>
                </a:solidFill>
                <a:latin typeface="Aptos"/>
                <a:ea typeface="Aptos"/>
                <a:cs typeface="Aptos"/>
              </a:rPr>
              <a:t>Expected outputs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624472-8ECF-490A-B7D4-E2A3965C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52850"/>
            <a:ext cx="838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 simple interface where users can enter a stock symbol</a:t>
            </a:r>
          </a:p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 trend result such as Bullish, Bearish, or Sideways</a:t>
            </a:r>
          </a:p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 confidence value to describe signal strength</a:t>
            </a:r>
          </a:p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 chart that helps users visually understand the movement</a:t>
            </a:r>
          </a:p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 watchlist for saving stocks for future 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7F5F5-F3C9-4A05-A1BA-4E09A52F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Stock Market Trend Predictor proposal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5A2B2-8468-4C0D-8FC3-C2572FCB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508759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A10C2C-F9E5-4A83-BB9B-579C631C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85750" cy="571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75257-C951-4956-A554-F4E39BC8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WHAT I WANT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E6A451-5AEE-43AD-9808-0672DDF2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57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 want this project to show that financial data can be explained clearly.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FCD29-FA25-4D69-A590-44ED6088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809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My main target is to make the topic understandable, useful, and realistic for a student project.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E3584-9686-4503-A36F-7FEC86DD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2857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BBD8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50676-D2D3-4D28-B924-FD0445A5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Clarity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5D885-7944-412A-90D3-1231BE61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Users should quickly understand what the result means.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4141FA-9E89-42A6-AAB4-ECDA87A9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14650"/>
            <a:ext cx="2857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EFBF2"/>
          </a:solidFill>
          <a:ln xmlns:a="http://schemas.openxmlformats.org/drawingml/2006/main" w="9525">
            <a:solidFill>
              <a:srgbClr val="B8E6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4FD6E3-E260-45EA-88B9-1E035D4D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385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9E4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F9E44"/>
                </a:solidFill>
                <a:latin typeface="Aptos"/>
                <a:ea typeface="Aptos"/>
                <a:cs typeface="Aptos"/>
              </a:rPr>
              <a:t>Learning 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D5C540-1AD1-489C-BF42-B07ECD33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100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The project should help me explain trend analysis confidently.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D0B7E-25BF-4F9A-9A92-9A9CA9F8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14650"/>
            <a:ext cx="2857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FDC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CB271D-57AD-42D4-BB0F-67510C85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08C0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08C00"/>
                </a:solidFill>
                <a:latin typeface="Aptos"/>
                <a:ea typeface="Aptos"/>
                <a:cs typeface="Aptos"/>
              </a:rPr>
              <a:t>Future growth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173B41-0807-4942-9EE4-E59187CA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100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The project can later improve with real data and advanced analysis.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4315CE-BC52-4FF8-8E6B-C486A591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Stock Market Trend Predictor proposal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DC447C-E681-44E1-BBDB-710476DD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848232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20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178630-6FE5-405F-9E83-169FD3CF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B5C6D-3100-4F62-B5D9-A9EB5BCF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C0C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C0CC"/>
                </a:solidFill>
                <a:latin typeface="Aptos"/>
                <a:ea typeface="Aptos"/>
                <a:cs typeface="Aptos"/>
              </a:rPr>
              <a:t>Final 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2453F-D904-443B-8121-08367970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572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 create a project that explains stock trends in a simple, visual, and useful way.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1DF1F-4B81-4083-8842-2BCFCFF2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 expect from this project: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BCAF9-BFDD-4DD5-A92C-4901FB55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CE2E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CE2EA"/>
                </a:solidFill>
                <a:latin typeface="Aptos"/>
                <a:ea typeface="Aptos"/>
                <a:cs typeface="Aptos"/>
              </a:rPr>
              <a:t>Better understanding of stock market movement</a:t>
            </a:r>
          </a:p>
          <a:p xmlns:a="http://schemas.openxmlformats.org/drawingml/2006/main">
            <a:pPr algn="l">
              <a:defRPr sz="1800" b="0">
                <a:solidFill>
                  <a:srgbClr val="DCE2E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CE2EA"/>
                </a:solidFill>
                <a:latin typeface="Aptos"/>
                <a:ea typeface="Aptos"/>
                <a:cs typeface="Aptos"/>
              </a:rPr>
              <a:t>A practical project for presentation and demonstration</a:t>
            </a:r>
          </a:p>
          <a:p xmlns:a="http://schemas.openxmlformats.org/drawingml/2006/main">
            <a:pPr algn="l">
              <a:defRPr sz="1800" b="0">
                <a:solidFill>
                  <a:srgbClr val="DCE2E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CE2EA"/>
                </a:solidFill>
                <a:latin typeface="Aptos"/>
                <a:ea typeface="Aptos"/>
                <a:cs typeface="Aptos"/>
              </a:rPr>
              <a:t>A foundation for future financial analysis projects</a:t>
            </a:r>
          </a:p>
          <a:p xmlns:a="http://schemas.openxmlformats.org/drawingml/2006/main">
            <a:pPr algn="l">
              <a:defRPr sz="1800" b="0">
                <a:solidFill>
                  <a:srgbClr val="DCE2E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CE2EA"/>
                </a:solidFill>
                <a:latin typeface="Aptos"/>
                <a:ea typeface="Aptos"/>
                <a:cs typeface="Aptos"/>
              </a:rPr>
              <a:t>A clear example of how data can support decision-making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D73EE-F55F-4EF9-8ECA-89F65FF6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E68F6-C7EE-4A43-89DF-409CE154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8C0C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8C0CC"/>
                </a:solidFill>
                <a:latin typeface="Aptos"/>
                <a:ea typeface="Aptos"/>
                <a:cs typeface="Aptos"/>
              </a:rPr>
              <a:t>Stock Market Trend Predictor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5B930-28AE-4CED-A97E-B97725D5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147673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2026-06-01T16:06:54.0290000Z</dcterms:created>
  <dcterms:modified xsi:type="dcterms:W3CDTF">2026-06-01T16:06:54.0290000Z</dcterms:modified>
</coreProperties>
</file>